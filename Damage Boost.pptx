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7C6A95-9B10-3B89-540E-36B0030021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Damage Boost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553B55D-078D-CFB0-9CC1-A10CD1C5B4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ru-RU" dirty="0"/>
              <a:t>«</a:t>
            </a:r>
            <a:r>
              <a:rPr lang="en-US" dirty="0"/>
              <a:t>2D-</a:t>
            </a:r>
            <a:r>
              <a:rPr lang="ru-RU" dirty="0"/>
              <a:t>платформер на </a:t>
            </a:r>
            <a:r>
              <a:rPr lang="en-US" dirty="0"/>
              <a:t>Python</a:t>
            </a:r>
            <a:r>
              <a:rPr lang="ru-RU" dirty="0"/>
              <a:t>»</a:t>
            </a:r>
          </a:p>
          <a:p>
            <a:pPr algn="ctr"/>
            <a:r>
              <a:rPr lang="ru-RU" dirty="0"/>
              <a:t>Автор: Швалев Иван</a:t>
            </a:r>
          </a:p>
        </p:txBody>
      </p:sp>
    </p:spTree>
    <p:extLst>
      <p:ext uri="{BB962C8B-B14F-4D97-AF65-F5344CB8AC3E}">
        <p14:creationId xmlns:p14="http://schemas.microsoft.com/office/powerpoint/2010/main" val="3561310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637794-D395-9CA4-CBAA-BDC1804FD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Введение. Идея проекта.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58089E-CDCE-AF72-2021-58AD1FEA8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Цель проекта:</a:t>
            </a:r>
            <a:r>
              <a:rPr lang="ru-RU" dirty="0"/>
              <a:t> Создание динамичного и </a:t>
            </a:r>
            <a:r>
              <a:rPr lang="ru-RU" dirty="0" err="1"/>
              <a:t>реиграбельного</a:t>
            </a:r>
            <a:r>
              <a:rPr lang="ru-RU" dirty="0"/>
              <a:t> 2D-платформера, где скорость и риск вознаграждаются.</a:t>
            </a:r>
          </a:p>
          <a:p>
            <a:r>
              <a:rPr lang="ru-RU" b="1" dirty="0"/>
              <a:t>Техническая задача:</a:t>
            </a:r>
            <a:r>
              <a:rPr lang="ru-RU" dirty="0"/>
              <a:t> 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dirty="0"/>
              <a:t>Процедурная генерация(</a:t>
            </a:r>
            <a:r>
              <a:rPr lang="ru-RU" dirty="0" err="1"/>
              <a:t>Perlin</a:t>
            </a:r>
            <a:r>
              <a:rPr lang="ru-RU" dirty="0"/>
              <a:t> </a:t>
            </a:r>
            <a:r>
              <a:rPr lang="ru-RU" dirty="0" err="1"/>
              <a:t>Noise</a:t>
            </a:r>
            <a:r>
              <a:rPr lang="ru-RU" dirty="0"/>
              <a:t>).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dirty="0"/>
              <a:t>Выбор сложности.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dirty="0"/>
              <a:t>Высокая скорость.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1665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4E4AAB-D0CF-C2E5-61AD-987D8B5ED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Ключевые особенности и геймплей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D8238E-AE95-E6DE-F9F7-A22EF086A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Игровая задача:</a:t>
            </a:r>
            <a:r>
              <a:rPr lang="ru-RU" dirty="0"/>
              <a:t> Преодолеть процедурно сгенерированный уровень, полный опасностей, за минимальное время.</a:t>
            </a:r>
          </a:p>
          <a:p>
            <a:r>
              <a:rPr lang="ru-RU" b="1" dirty="0"/>
              <a:t>Процедурная генерация уровней:</a:t>
            </a:r>
            <a:r>
              <a:rPr lang="ru-RU" dirty="0"/>
              <a:t> Уровни создаются алгоритмически с использованием </a:t>
            </a:r>
            <a:r>
              <a:rPr lang="ru-RU" b="1" dirty="0" err="1"/>
              <a:t>Perlin</a:t>
            </a:r>
            <a:r>
              <a:rPr lang="ru-RU" b="1" dirty="0"/>
              <a:t> </a:t>
            </a:r>
            <a:r>
              <a:rPr lang="ru-RU" b="1" dirty="0" err="1"/>
              <a:t>Noise</a:t>
            </a:r>
            <a:r>
              <a:rPr lang="ru-RU" dirty="0"/>
              <a:t> для плавного рельефа местности. Это гарантирует уникальный опыт на каждой игре.</a:t>
            </a:r>
          </a:p>
          <a:p>
            <a:r>
              <a:rPr lang="ru-RU" b="1" dirty="0"/>
              <a:t>Три уровня сложности: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b="1" dirty="0"/>
              <a:t>Обучение (легкая)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b="1" dirty="0"/>
              <a:t>Склоны (средняя)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b="1" dirty="0"/>
              <a:t>Экстрим (сложная)</a:t>
            </a:r>
          </a:p>
          <a:p>
            <a:r>
              <a:rPr lang="ru-RU" b="1" dirty="0"/>
              <a:t>Цель:</a:t>
            </a:r>
            <a:r>
              <a:rPr lang="ru-RU" dirty="0"/>
              <a:t> Достичь финишной черты </a:t>
            </a:r>
            <a:r>
              <a:rPr lang="ru-RU" b="1" dirty="0"/>
              <a:t>как можно быстрее</a:t>
            </a:r>
            <a:r>
              <a:rPr lang="ru-RU" dirty="0"/>
              <a:t>. На каждом уровне ведется учет времени.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696861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9BD62E-C2CE-3BCC-CE45-36BACA11E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858144" cy="1320800"/>
          </a:xfrm>
        </p:spPr>
        <p:txBody>
          <a:bodyPr>
            <a:normAutofit/>
          </a:bodyPr>
          <a:lstStyle/>
          <a:p>
            <a:r>
              <a:rPr lang="ru-RU" b="1" dirty="0"/>
              <a:t>Описание реализации. Технический стек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9B22A6-A4FC-78BB-8E7C-9E38C7C96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Язык программирования:</a:t>
            </a:r>
            <a:r>
              <a:rPr lang="ru-RU" dirty="0"/>
              <a:t> Python</a:t>
            </a:r>
          </a:p>
          <a:p>
            <a:r>
              <a:rPr lang="ru-RU" b="1" dirty="0"/>
              <a:t>Основные библиотеки:</a:t>
            </a:r>
            <a:r>
              <a:rPr lang="ru-RU" dirty="0"/>
              <a:t> 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dirty="0"/>
              <a:t>Pygame (фрейм)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err="1"/>
              <a:t>Numpy</a:t>
            </a:r>
            <a:r>
              <a:rPr lang="en-US" dirty="0"/>
              <a:t> (</a:t>
            </a:r>
            <a:r>
              <a:rPr lang="ru-RU" dirty="0"/>
              <a:t>генерация и расширенная физика)</a:t>
            </a:r>
          </a:p>
          <a:p>
            <a:r>
              <a:rPr lang="ru-RU" b="1" dirty="0"/>
              <a:t>Управление зависимостями:</a:t>
            </a:r>
            <a:r>
              <a:rPr lang="ru-RU" dirty="0"/>
              <a:t> Файл requirements.txt с указанием версий Pygame и других библиотек.</a:t>
            </a:r>
          </a:p>
          <a:p>
            <a:r>
              <a:rPr lang="ru-RU" b="1" dirty="0"/>
              <a:t>Хранение данных:</a:t>
            </a:r>
            <a:r>
              <a:rPr lang="ru-RU" dirty="0"/>
              <a:t> Файл (</a:t>
            </a:r>
            <a:r>
              <a:rPr lang="en-US" dirty="0"/>
              <a:t>stats.txt</a:t>
            </a:r>
            <a:r>
              <a:rPr lang="ru-RU" dirty="0"/>
              <a:t>) для записи лучших результатов по уровням сложности.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0424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AA695E-365C-16BF-3259-D1FC70FD5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50" y="665260"/>
            <a:ext cx="9810436" cy="1320800"/>
          </a:xfrm>
        </p:spPr>
        <p:txBody>
          <a:bodyPr/>
          <a:lstStyle/>
          <a:p>
            <a:r>
              <a:rPr lang="ru-RU" b="1" dirty="0"/>
              <a:t>Описание реализации. Структура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D3D15A-0CDE-5F8E-5CF9-0F0D86E28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Основные классы: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DustParticle</a:t>
            </a:r>
            <a:r>
              <a:rPr lang="ru-RU" dirty="0"/>
              <a:t> (пыль из под колес)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err="1"/>
              <a:t>pev</a:t>
            </a:r>
            <a:r>
              <a:rPr lang="en-US" dirty="0"/>
              <a:t> (Pointer to Entity Variables)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err="1"/>
              <a:t>MainMenuView</a:t>
            </a:r>
            <a:r>
              <a:rPr lang="en-US" dirty="0"/>
              <a:t> (</a:t>
            </a:r>
            <a:r>
              <a:rPr lang="ru-RU" dirty="0"/>
              <a:t>главное меню)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err="1"/>
              <a:t>GameView</a:t>
            </a:r>
            <a:r>
              <a:rPr lang="ru-RU" dirty="0"/>
              <a:t> (Экран игрового цикла)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err="1"/>
              <a:t>DamageBoost</a:t>
            </a:r>
            <a:r>
              <a:rPr lang="ru-RU" dirty="0"/>
              <a:t> (Главное окно)</a:t>
            </a:r>
          </a:p>
          <a:p>
            <a:pPr marL="457200" lvl="1" indent="0">
              <a:buNone/>
            </a:pPr>
            <a:r>
              <a:rPr lang="ru-RU" dirty="0"/>
              <a:t>Использованы все изученные технологии.</a:t>
            </a:r>
          </a:p>
          <a:p>
            <a:pPr marL="457200" lvl="1" indent="0">
              <a:buNone/>
            </a:pPr>
            <a:r>
              <a:rPr lang="ru-RU" dirty="0"/>
              <a:t>950 строчек кода.</a:t>
            </a:r>
          </a:p>
        </p:txBody>
      </p:sp>
    </p:spTree>
    <p:extLst>
      <p:ext uri="{BB962C8B-B14F-4D97-AF65-F5344CB8AC3E}">
        <p14:creationId xmlns:p14="http://schemas.microsoft.com/office/powerpoint/2010/main" val="2190023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34D263-DC39-A970-1E5B-1651D00CC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12" y="609600"/>
            <a:ext cx="9834290" cy="1320800"/>
          </a:xfrm>
        </p:spPr>
        <p:txBody>
          <a:bodyPr>
            <a:normAutofit/>
          </a:bodyPr>
          <a:lstStyle/>
          <a:p>
            <a:r>
              <a:rPr lang="ru-RU" b="1" dirty="0"/>
              <a:t>Заключение. Возможности для доработки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551D9A-7FA9-78A2-0CF9-C70C348B0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Дополнительный контент:</a:t>
            </a:r>
            <a:endParaRPr lang="ru-RU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ru-RU" dirty="0"/>
              <a:t>Новые типы врагов и ловушек.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dirty="0"/>
              <a:t>Сборные предметы (монеты, ключи).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dirty="0"/>
              <a:t>Разные темы уровней (подземелье, лес).</a:t>
            </a:r>
          </a:p>
          <a:p>
            <a:r>
              <a:rPr lang="ru-RU" dirty="0"/>
              <a:t>Цель выполнена, результаты достигнуты. Очень круто.</a:t>
            </a:r>
          </a:p>
        </p:txBody>
      </p:sp>
    </p:spTree>
    <p:extLst>
      <p:ext uri="{BB962C8B-B14F-4D97-AF65-F5344CB8AC3E}">
        <p14:creationId xmlns:p14="http://schemas.microsoft.com/office/powerpoint/2010/main" val="15510313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</TotalTime>
  <Words>264</Words>
  <Application>Microsoft Office PowerPoint</Application>
  <PresentationFormat>Широкоэкранный</PresentationFormat>
  <Paragraphs>39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Trebuchet MS</vt:lpstr>
      <vt:lpstr>Wingdings</vt:lpstr>
      <vt:lpstr>Wingdings 3</vt:lpstr>
      <vt:lpstr>Аспект</vt:lpstr>
      <vt:lpstr>Damage Boost</vt:lpstr>
      <vt:lpstr>Введение. Идея проекта.</vt:lpstr>
      <vt:lpstr>Ключевые особенности и геймплей</vt:lpstr>
      <vt:lpstr>Описание реализации. Технический стек</vt:lpstr>
      <vt:lpstr>Описание реализации. Структура проекта</vt:lpstr>
      <vt:lpstr>Заключение. Возможности для доработки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Student</cp:lastModifiedBy>
  <cp:revision>1</cp:revision>
  <dcterms:created xsi:type="dcterms:W3CDTF">2026-01-30T11:05:59Z</dcterms:created>
  <dcterms:modified xsi:type="dcterms:W3CDTF">2026-01-30T11:27:33Z</dcterms:modified>
</cp:coreProperties>
</file>